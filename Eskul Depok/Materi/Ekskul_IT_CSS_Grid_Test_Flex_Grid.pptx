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DD5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562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Ekskul IT • CSS Layout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bright_cheerful_3d_cgi_illustration_of_a_co.png">    </p:cNvPr>
          <p:cNvPicPr>
            <a:picLocks noChangeAspect="1"/>
          </p:cNvPicPr>
          <p:nvPr/>
        </p:nvPicPr>
        <p:blipFill>
          <a:blip r:embed="rId1"/>
          <a:srcRect l="23999" r="23999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85800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9808" y="777240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5DFB"/>
                </a:solidFill>
              </a:rPr>
              <a:t>PERTEMUAN CSS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325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Grid Dasar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1792" y="21488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55F58"/>
                </a:solidFill>
              </a:rPr>
              <a:t>Lanjutan dari Flexbox untuk membuat layout dua arah: baris dan kolom.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" y="2971800"/>
            <a:ext cx="4343400" cy="987552"/>
          </a:xfrm>
          <a:prstGeom prst="roundRect">
            <a:avLst>
              <a:gd name="adj" fmla="val 1111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033"/>
                </a:solidFill>
              </a:rPr>
              <a:t>Target hari ini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58"/>
                </a:solidFill>
              </a:rPr>
              <a:t>Murid bisa membuat galeri kartu, layout sederhana, dan membedakan kapan memakai Flex atau Grid.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5349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5DFB"/>
                </a:solidFill>
              </a:rPr>
              <a:t>Ekskul 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5650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8"/>
                </a:solidFill>
              </a:rPr>
              <a:t>HTML • CSS • Layout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Singkat: Flexbox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Sebelum masuk Grid, pastikan murid ingat konsep layout satu arah.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329184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45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45920"/>
            <a:ext cx="2414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Flexbox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1956816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Cocok untuk menyusun item satu arah: horizontal atau vertikal.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434840" y="1481328"/>
            <a:ext cx="329184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645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645920"/>
            <a:ext cx="2414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Property utama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66360" y="1956816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display: flex, justify-content, align-items, gap.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183880" y="1481328"/>
            <a:ext cx="329184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1645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645920"/>
            <a:ext cx="2414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Contoh hasil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15400" y="1956816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Navbar, tombol sejajar, card berjejer.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005840" y="3291840"/>
            <a:ext cx="99669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3593592"/>
            <a:ext cx="1645920" cy="512064"/>
          </a:xfrm>
          <a:prstGeom prst="roundRect">
            <a:avLst>
              <a:gd name="adj" fmla="val 16071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7581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0" y="3593592"/>
            <a:ext cx="1645920" cy="512064"/>
          </a:xfrm>
          <a:prstGeom prst="roundRect">
            <a:avLst>
              <a:gd name="adj" fmla="val 16071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7581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7880" y="3593592"/>
            <a:ext cx="1645920" cy="512064"/>
          </a:xfrm>
          <a:prstGeom prst="roundRect">
            <a:avLst>
              <a:gd name="adj" fmla="val 16071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7581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033"/>
                </a:solidFill>
              </a:rPr>
              <a:t>Item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3593592"/>
            <a:ext cx="1645920" cy="512064"/>
          </a:xfrm>
          <a:prstGeom prst="roundRect">
            <a:avLst>
              <a:gd name="adj" fmla="val 16071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7581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88720" y="4800600"/>
            <a:ext cx="4297680" cy="1042416"/>
          </a:xfrm>
          <a:prstGeom prst="roundRect">
            <a:avLst>
              <a:gd name="adj" fmla="val 7018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4168" y="4937760"/>
            <a:ext cx="3986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49651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Pertanyaan pembuka: Kalau item harus rapi ke samping dan ke bawah sekaligus, apakah Flexbox tetap paling enak?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Kenapa Perlu CSS Grid?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Grid membantu membuat layout dua arah: kolom dan baris.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0ED"/>
                </a:solidFill>
              </a:rPr>
              <a:t>Flexbox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5F58"/>
                </a:solidFill>
              </a:rPr>
              <a:t>Satu arah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283464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1089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1012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31089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331012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1089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31012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5F58"/>
                </a:solidFill>
              </a:rPr>
              <a:t>horizontal ATAU vertikal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DFB"/>
                </a:solidFill>
              </a:rPr>
              <a:t>Grid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181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5F58"/>
                </a:solidFill>
              </a:rPr>
              <a:t>Dua arah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2194560"/>
            <a:ext cx="283464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28757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50224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0224" y="28757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99448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28757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33924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35250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50224" y="33924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35250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99448" y="33924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9448" y="35250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5F58"/>
                </a:solidFill>
              </a:rPr>
              <a:t>kolom DAN baris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1280160" cy="566928"/>
          </a:xfrm>
          <a:prstGeom prst="chevron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Gunakan Grid saat kita ingin layout seperti galeri, dashboard, atau kartu produk.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Konsep Dasar Grid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Ada grid container dan grid item.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66344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25400">
            <a:solidFill>
              <a:srgbClr val="6D5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0195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71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90195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171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190195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171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290779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1775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90779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1775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290779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1775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43000" y="391363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833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391363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41833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4760" y="3913632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41833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5010912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EAF8F0"/>
          </a:solidFill>
          <a:ln w="1651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9664" y="508863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894"/>
                </a:solidFill>
              </a:rPr>
              <a:t>GRID ITEM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1481328"/>
            <a:ext cx="5074920" cy="1572768"/>
          </a:xfrm>
          <a:prstGeom prst="roundRect">
            <a:avLst>
              <a:gd name="adj" fmla="val 4651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618488"/>
            <a:ext cx="47640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&lt;div&gt;1&lt;/div&gt;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&lt;div&gt;2&lt;/div&gt;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&lt;div&gt;3&lt;/div&gt;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3520440"/>
            <a:ext cx="5074920" cy="1115568"/>
          </a:xfrm>
          <a:prstGeom prst="roundRect">
            <a:avLst>
              <a:gd name="adj" fmla="val 6557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657600"/>
            <a:ext cx="4764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16752" y="5001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Container adalah pembungkusnya. Item adalah isi di dalam pembungkus.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Membuat Kolom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grid-template-columns menentukan jumlah dan ukuran kolom.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371600"/>
            <a:ext cx="5029200" cy="38862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87452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899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79192" y="187452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21899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32504" y="187452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2504" y="21899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25880" y="2999232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314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9192" y="2999232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3314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32504" y="2999232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33147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033"/>
                </a:solidFill>
              </a:rPr>
              <a:t>3 kolom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0" y="146304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1600200"/>
            <a:ext cx="4443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1fr 1fr 1fr;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337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B"/>
                </a:solidFill>
              </a:rPr>
              <a:t>1fr artinya bagian yang sama besar.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37490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55F58"/>
                </a:solidFill>
              </a:rPr>
              <a:t>Kalau ada 3 kolom 1fr, maka lebar container dibagi menjadi 3 bagian sama besar.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4360" y="61722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5F58"/>
                </a:solidFill>
              </a:rPr>
              <a:t>Latihan: ubah menjadi 2 kolom, lalu ubah menjadi 4 kolom.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 dan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Kode lebih singkat, jarak antar item lebih rapi.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45920"/>
            <a:ext cx="4855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versi panjang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 1fr 1fr 1fr;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versi singkat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 repeat(3, 1fr);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325880"/>
            <a:ext cx="4800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1764792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0345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9016" y="1764792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9016" y="20345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45752" y="1764792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45752" y="20345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2852928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1226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9016" y="2852928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9016" y="31226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45752" y="2852928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31226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90688" y="2103120"/>
            <a:ext cx="310896" cy="0"/>
          </a:xfrm>
          <a:prstGeom prst="line">
            <a:avLst/>
          </a:prstGeom>
          <a:noFill/>
          <a:ln w="25400">
            <a:solidFill>
              <a:srgbClr val="F25F5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01584" y="2103120"/>
            <a:ext cx="-310896" cy="0"/>
          </a:xfrm>
          <a:prstGeom prst="line">
            <a:avLst/>
          </a:prstGeom>
          <a:noFill/>
          <a:ln w="25400">
            <a:solidFill>
              <a:srgbClr val="F25F5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81544" y="254203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5F5C"/>
                </a:solidFill>
              </a:rPr>
              <a:t>gap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886200"/>
            <a:ext cx="5166360" cy="1261872"/>
          </a:xfrm>
          <a:prstGeom prst="roundRect">
            <a:avLst>
              <a:gd name="adj" fmla="val 5797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023360"/>
            <a:ext cx="4855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6492240" y="496519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033"/>
                </a:solidFill>
              </a:rPr>
              <a:t>gap digunakan untuk memberi jarak antar item tanpa perlu margin satu per satu.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Kolom vs Baris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Grid bisa mengatur arah horizontal dan vertikal.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8920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8288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87168" y="18288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39896" y="18288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273405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7168" y="273405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39896" y="273405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34440" y="3639312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849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87168" y="3639312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3849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39896" y="3639312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3849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737360" y="1572768"/>
            <a:ext cx="0" cy="297180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0088" y="1572768"/>
            <a:ext cx="0" cy="297180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42816" y="1572768"/>
            <a:ext cx="0" cy="297180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5010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Kolom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1325880"/>
            <a:ext cx="48920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8288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10728" y="18288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0728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63456" y="18288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63456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273405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10728" y="273405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0728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63456" y="273405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63456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58000" y="3639312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849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10728" y="3639312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10728" y="3849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363456" y="3639312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63456" y="3849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12280" y="2157984"/>
            <a:ext cx="3520440" cy="0"/>
          </a:xfrm>
          <a:prstGeom prst="line">
            <a:avLst/>
          </a:prstGeom>
          <a:noFill/>
          <a:ln w="15240">
            <a:solidFill>
              <a:srgbClr val="FF8A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2280" y="3063240"/>
            <a:ext cx="3520440" cy="0"/>
          </a:xfrm>
          <a:prstGeom prst="line">
            <a:avLst/>
          </a:prstGeom>
          <a:noFill/>
          <a:ln w="15240">
            <a:solidFill>
              <a:srgbClr val="FF8A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2280" y="3968496"/>
            <a:ext cx="3520440" cy="0"/>
          </a:xfrm>
          <a:prstGeom prst="line">
            <a:avLst/>
          </a:prstGeom>
          <a:noFill/>
          <a:ln w="15240">
            <a:solidFill>
              <a:srgbClr val="FF8A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5010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4C"/>
                </a:solidFill>
              </a:rPr>
              <a:t>Baris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057400" y="5870448"/>
            <a:ext cx="8138160" cy="292608"/>
          </a:xfrm>
          <a:prstGeom prst="roundRect">
            <a:avLst>
              <a:gd name="adj" fmla="val 25000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12848" y="6007608"/>
            <a:ext cx="782726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display: grid; grid-template-columns: repeat(3, 1fr); grid-template-rows: 100px 100px; }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dengan Area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Untuk layout halaman, Grid bisa diberi nama area.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89888"/>
            <a:ext cx="493776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1783080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8424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70432" y="2578608"/>
            <a:ext cx="1143000" cy="2423160"/>
          </a:xfrm>
          <a:prstGeom prst="roundRect">
            <a:avLst>
              <a:gd name="adj" fmla="val 6400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1234440" y="36941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Sidebar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578608"/>
            <a:ext cx="2816352" cy="2423160"/>
          </a:xfrm>
          <a:prstGeom prst="roundRect">
            <a:avLst>
              <a:gd name="adj" fmla="val 301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694176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Content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71600"/>
            <a:ext cx="476402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.layout {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180px 1fr;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grid-template-areas: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"header header"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"sidebar main";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 { grid-area: header; }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.sidebar { grid-area: sidebar; }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.main { grid-area: main; }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594360" y="61722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5F58"/>
                </a:solidFill>
              </a:rPr>
              <a:t>Catatan: Area ini bonus. Untuk pemula, fokus dulu ke columns, rows, dan gap.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Praktik 1: Galeri Kartu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Ubah daftar biasa menjadi grid kartu 3 kolom.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0" y="4114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AF8F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512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PRAKTIK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846320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764792"/>
            <a:ext cx="1051560" cy="987552"/>
          </a:xfrm>
          <a:prstGeom prst="roundRect">
            <a:avLst>
              <a:gd name="adj" fmla="val 7407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1396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9464" y="1764792"/>
            <a:ext cx="1051560" cy="987552"/>
          </a:xfrm>
          <a:prstGeom prst="roundRect">
            <a:avLst>
              <a:gd name="adj" fmla="val 7407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21396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77056" y="1764792"/>
            <a:ext cx="1051560" cy="987552"/>
          </a:xfrm>
          <a:prstGeom prst="roundRect">
            <a:avLst>
              <a:gd name="adj" fmla="val 7407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21396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61872" y="3008376"/>
            <a:ext cx="1051560" cy="987552"/>
          </a:xfrm>
          <a:prstGeom prst="roundRect">
            <a:avLst>
              <a:gd name="adj" fmla="val 7407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3832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9464" y="3008376"/>
            <a:ext cx="1051560" cy="987552"/>
          </a:xfrm>
          <a:prstGeom prst="roundRect">
            <a:avLst>
              <a:gd name="adj" fmla="val 7407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33832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77056" y="3008376"/>
            <a:ext cx="1051560" cy="987552"/>
          </a:xfrm>
          <a:prstGeom prst="roundRect">
            <a:avLst>
              <a:gd name="adj" fmla="val 7407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33832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5120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Target Tampilan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0760" y="123444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371600"/>
            <a:ext cx="49469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class="gallery"&gt;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class="card"&gt;HTML&lt;/div&gt;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class="card"&gt;CSS&lt;/div&gt;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class="card"&gt;JavaScript&lt;/div&gt;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class="card"&gt;Arduino&lt;/div&gt;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class="card"&gt;Sensor&lt;/div&gt;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class="card"&gt;Robot&lt;/div&gt;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080760" y="3858768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995928"/>
            <a:ext cx="4946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.gallery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20px; 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Bonus: Grid Responsif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Satu kode bisa menyesuaikan ukuran layar.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9834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1691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Laptop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17627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4003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6312" y="217627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24003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58184" y="2176272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24003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34440" y="3118104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3421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96312" y="3118104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33421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58184" y="3118104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33421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46304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HP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0064" y="205740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21442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70064" y="2633472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27203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70064" y="3209544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32964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70064" y="3785616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0064" y="38724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25312" y="2880360"/>
            <a:ext cx="502920" cy="411480"/>
          </a:xfrm>
          <a:prstGeom prst="chevron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91640" y="5138928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7088" y="5276088"/>
            <a:ext cx="8467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.gallery 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repeat(auto-fit, minmax(160px, 1fr));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594360" y="61722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5F58"/>
                </a:solidFill>
              </a:rPr>
              <a:t>Pakai ini sebagai bonus jika murid cepat. Kalau belum siap, cukup pakai repeat(3, 1fr).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Kapan Pakai Flex? Kapan Pakai Grid?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Gunakan alat yang paling cocok untuk masalah layoutnya.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5212080" cy="4343400"/>
          </a:xfrm>
          <a:prstGeom prst="roundRect">
            <a:avLst>
              <a:gd name="adj" fmla="val 3789"/>
            </a:avLst>
          </a:prstGeom>
          <a:solidFill>
            <a:srgbClr val="EAF3FF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80ED"/>
                </a:solidFill>
              </a:rPr>
              <a:t>Pakai Flexbox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42976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sejajar satu baris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Navbar / menu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Tombol-tombol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kecil berjejer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4343400"/>
          </a:xfrm>
          <a:prstGeom prst="roundRect">
            <a:avLst>
              <a:gd name="adj" fmla="val 3789"/>
            </a:avLst>
          </a:prstGeom>
          <a:solidFill>
            <a:srgbClr val="EEE9FF"/>
          </a:solidFill>
          <a:ln w="19050">
            <a:solidFill>
              <a:srgbClr val="6D5D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D5DFB"/>
                </a:solidFill>
              </a:rPr>
              <a:t>Pakai Grid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720840" y="2331720"/>
            <a:ext cx="42976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Butuh baris dan kolom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Galeri foto / produk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halaman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23160" y="58978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033"/>
                </a:solidFill>
              </a:rPr>
              <a:t>Aturan mudah: Flex = satu arah. Grid = dua arah.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Soal Test: Flex + Grid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Murid meniru tampilan sederhana yang diberikan.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0" y="4114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AF8F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512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TEST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1042416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828800"/>
            <a:ext cx="228600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1993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993392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1. Navbar Flex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965960" y="23042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Susun menu ke kanan memakai Flexbox.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794760" y="1828800"/>
            <a:ext cx="228600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9352" y="1993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93392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2. Profile Card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23042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Susun foto dan teks memakai Flexbox.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28600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1993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993392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3. Card Gallery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86600" y="23042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Buat 6 kartu menjadi 3 kolom memakai Grid.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05740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E5DE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19933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993392"/>
            <a:ext cx="1179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4. Dashboard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46920" y="23042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55F58"/>
                </a:solidFill>
              </a:rPr>
              <a:t>Buat header, sidebar, main memakai Grid.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234440" y="3429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033"/>
                </a:solidFill>
              </a:rPr>
              <a:t>Ketentuan umum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3794760"/>
            <a:ext cx="89611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Boleh pakai HTML + CSS saja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perlu responsive rumit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Warna boleh bebas asal rapi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class bebas, tetapi struktur harus jelas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61722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5F58"/>
                </a:solidFill>
              </a:rPr>
              <a:t>Durasi test disarankan: 45–60 menit. Bisa dikerjakan individu atau berpasangan.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1 — Navbar Sederhana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Tujuan: membuktikan paham Flexbox untuk satu baris.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0" y="4114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AF8F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512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FLEX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33"/>
                </a:solidFill>
              </a:rPr>
              <a:t>Tampilan yang harus dibuat: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24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3"/>
                </a:solidFill>
              </a:rPr>
              <a:t>Eskul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029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5F58"/>
                </a:solidFill>
              </a:rPr>
              <a:t>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2029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5F58"/>
                </a:solidFill>
              </a:rPr>
              <a:t>Materi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2029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5F58"/>
                </a:solidFill>
              </a:rPr>
              <a:t>Profil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0" y="2029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5F58"/>
                </a:solidFill>
              </a:rPr>
              <a:t>Kontak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Requirement CSS: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50292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display: flex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di kiri, menu di kanan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justify-content: space-between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align-items: center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gap untuk jarak menu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0" y="306324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2004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.navbar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 24px;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2 — Profile 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Tujuan: susun avatar dan informasi dengan Flexbox.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0" y="4114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AF8F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512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FLEX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846320" cy="42519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1051560" cy="1051560"/>
          </a:xfrm>
          <a:prstGeom prst="ellipse">
            <a:avLst/>
          </a:prstGeom>
          <a:solidFill>
            <a:srgbClr val="EEE9FF"/>
          </a:solidFill>
          <a:ln w="19050">
            <a:solidFill>
              <a:srgbClr val="6D5D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245059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5DFB"/>
                </a:solidFill>
              </a:rPr>
              <a:t>Foto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80360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033"/>
                </a:solidFill>
              </a:rPr>
              <a:t>Nama Siswa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98648" y="2450592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F58"/>
                </a:solidFill>
              </a:rPr>
              <a:t>Kelas X RPL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80360" y="286207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98094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Lihat Profil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Requirement: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1938528"/>
            <a:ext cx="43434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memiliki border-radius dan padding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foto dan teks sejajar horizontal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display: flex dan gap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Tombol diberi warna dan hover sederhana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977640"/>
            <a:ext cx="4352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.profile-card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24px;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16px;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3 — Gallery 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Tujuan: membuat 6 kartu dalam layout 3 × 2 memakai Grid.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0" y="4114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AF8F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512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GRID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548640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810512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2631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07792" y="1810512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22631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9704" y="1810512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6C6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2631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25880" y="3209544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6621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07792" y="3209544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8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36621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9704" y="3209544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62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36621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72491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07792" y="272491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9704" y="272491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033"/>
                </a:solidFill>
              </a:rPr>
              <a:t>Card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412394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07792" y="412394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9704" y="412394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 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Requirement: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1901952"/>
            <a:ext cx="43891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memakai display: grid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3 kolom sama besar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gap minimal 16px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card punya padding dan border-radius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minimal: judul dan deskripsi pendek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12280" y="4343400"/>
            <a:ext cx="4343400" cy="1170432"/>
          </a:xfrm>
          <a:prstGeom prst="roundRect">
            <a:avLst>
              <a:gd name="adj" fmla="val 6250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4480560"/>
            <a:ext cx="4032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.gallery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4 — Layout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Tujuan: membuat layout halaman dengan Grid.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0" y="41148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EAF8F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5120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GRID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61872"/>
            <a:ext cx="5486400" cy="4617720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627632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828800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2432304"/>
            <a:ext cx="1143000" cy="2971800"/>
          </a:xfrm>
          <a:prstGeom prst="roundRect">
            <a:avLst>
              <a:gd name="adj" fmla="val 6400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1216152" y="376732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Sidebar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2432304"/>
            <a:ext cx="3410712" cy="2971800"/>
          </a:xfrm>
          <a:prstGeom prst="roundRect">
            <a:avLst>
              <a:gd name="adj" fmla="val 2462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69748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Main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61488" y="312724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78808" y="312724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395020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78808" y="395020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481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Requirement: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1847088"/>
            <a:ext cx="448056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minimal terdiri dari header, sidebar, main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CSS Grid pada container utama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melebar penuh di atas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di kiri, main di kanan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main, buat minimal 4 kartu kecil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5120" y="4251960"/>
            <a:ext cx="4434840" cy="1508760"/>
          </a:xfrm>
          <a:prstGeom prst="roundRect">
            <a:avLst>
              <a:gd name="adj" fmla="val 4848"/>
            </a:avLst>
          </a:prstGeom>
          <a:solidFill>
            <a:srgbClr val="151922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4389120"/>
            <a:ext cx="4123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.layout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180px 1fr;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grid-column: 1 / 3;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Penilaian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Gunakan rubrik ringan agar murid tahu fokusnya apa.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7442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2468880" cy="475488"/>
          </a:xfrm>
          <a:prstGeom prst="rect">
            <a:avLst/>
          </a:prstGeom>
          <a:solidFill>
            <a:srgbClr val="6D5D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2249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Aspek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1280160" cy="47548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490472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Bobot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6995160" cy="475488"/>
          </a:xfrm>
          <a:prstGeom prst="rect">
            <a:avLst/>
          </a:prstGeom>
          <a:solidFill>
            <a:srgbClr val="00B8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6775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Yang Dinilai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801368"/>
            <a:ext cx="246888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0253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2A2E"/>
                </a:solidFill>
              </a:rPr>
              <a:t>HTML rapi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801368"/>
            <a:ext cx="128016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200253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5DFB"/>
                </a:solidFill>
              </a:rPr>
              <a:t>20%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801368"/>
            <a:ext cx="699516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2002536"/>
            <a:ext cx="6757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2A2E"/>
                </a:solidFill>
              </a:rPr>
              <a:t>Struktur jelas, tag tertutup, class digunakan.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2551176"/>
            <a:ext cx="2468880" cy="749808"/>
          </a:xfrm>
          <a:prstGeom prst="rect">
            <a:avLst/>
          </a:prstGeom>
          <a:solidFill>
            <a:srgbClr val="F6F2EA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75234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2A2E"/>
                </a:solidFill>
              </a:rPr>
              <a:t>Flexbox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551176"/>
            <a:ext cx="1280160" cy="749808"/>
          </a:xfrm>
          <a:prstGeom prst="rect">
            <a:avLst/>
          </a:prstGeom>
          <a:solidFill>
            <a:srgbClr val="F6F2EA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2752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5DFB"/>
                </a:solidFill>
              </a:rPr>
              <a:t>25%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2551176"/>
            <a:ext cx="6995160" cy="749808"/>
          </a:xfrm>
          <a:prstGeom prst="rect">
            <a:avLst/>
          </a:prstGeom>
          <a:solidFill>
            <a:srgbClr val="F6F2EA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2752344"/>
            <a:ext cx="6757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2A2E"/>
                </a:solidFill>
              </a:rPr>
              <a:t>Navbar/profile card sejajar sesuai target.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3300984"/>
            <a:ext cx="246888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5021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2A2E"/>
                </a:solidFill>
              </a:rPr>
              <a:t>Grid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300984"/>
            <a:ext cx="128016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5021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5DFB"/>
                </a:solidFill>
              </a:rPr>
              <a:t>30%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300984"/>
            <a:ext cx="699516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3502152"/>
            <a:ext cx="6757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2A2E"/>
                </a:solidFill>
              </a:rPr>
              <a:t>Gallery/dashboard memakai kolom, baris, dan gap.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4050792"/>
            <a:ext cx="2468880" cy="749808"/>
          </a:xfrm>
          <a:prstGeom prst="rect">
            <a:avLst/>
          </a:prstGeom>
          <a:solidFill>
            <a:srgbClr val="F6F2EA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425196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2A2E"/>
                </a:solidFill>
              </a:rPr>
              <a:t>CSS visual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4050792"/>
            <a:ext cx="1280160" cy="749808"/>
          </a:xfrm>
          <a:prstGeom prst="rect">
            <a:avLst/>
          </a:prstGeom>
          <a:solidFill>
            <a:srgbClr val="F6F2EA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425196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5DFB"/>
                </a:solidFill>
              </a:rPr>
              <a:t>15%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4050792"/>
            <a:ext cx="6995160" cy="749808"/>
          </a:xfrm>
          <a:prstGeom prst="rect">
            <a:avLst/>
          </a:prstGeom>
          <a:solidFill>
            <a:srgbClr val="F6F2EA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4251960"/>
            <a:ext cx="6757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2A2E"/>
                </a:solidFill>
              </a:rPr>
              <a:t>Warna, padding, border-radius, hover sederhana.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" y="4800600"/>
            <a:ext cx="246888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500176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2A2E"/>
                </a:solidFill>
              </a:rPr>
              <a:t>Kerapian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46120" y="4800600"/>
            <a:ext cx="128016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500176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5DFB"/>
                </a:solidFill>
              </a:rPr>
              <a:t>10%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26280" y="4800600"/>
            <a:ext cx="6995160" cy="749808"/>
          </a:xfrm>
          <a:prstGeom prst="rect">
            <a:avLst/>
          </a:prstGeom>
          <a:solidFill>
            <a:srgbClr val="FFFDF8"/>
          </a:solidFill>
          <a:ln w="6350">
            <a:solidFill>
              <a:srgbClr val="EEE6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54296" y="5001768"/>
            <a:ext cx="6757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2A2E"/>
                </a:solidFill>
              </a:rPr>
              <a:t>Indentasi, nama class, file tersimpan benar.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" y="61722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5F58"/>
                </a:solidFill>
              </a:rPr>
              <a:t>Saran: beri nilai lebih pada konsep layout, bukan pada warna yang paling bagus.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Penutup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58"/>
                </a:solidFill>
              </a:rPr>
              <a:t>Grid membuat halaman lebih terstruktur dan mudah dirapikan.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1014984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2D7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783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</a:rPr>
              <a:t>Kesimpulan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331720"/>
            <a:ext cx="896112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cocok untuk layout satu arah.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cocok untuk layout dua arah: baris dan kolom.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memberi jarak antar item.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repeat(3, 1fr) membuat tiga kolom sama besar.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D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hari ini meniru tampilan sederhana dengan HTML + CSS.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25880" y="5394960"/>
            <a:ext cx="9006840" cy="566928"/>
          </a:xfrm>
          <a:prstGeom prst="roundRect">
            <a:avLst>
              <a:gd name="adj" fmla="val 22581"/>
            </a:avLst>
          </a:prstGeom>
          <a:solidFill>
            <a:srgbClr val="EEE9FF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5596128"/>
            <a:ext cx="8549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6D5DFB"/>
                </a:solidFill>
              </a:rPr>
              <a:t>Pertemuan berikutnya: JavaScript dasar — klik tombol, function, dan mengubah isi halaman.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Grid Dasar + Test Flex Grid</dc:title>
  <dc:subject>Ekskul IT - CSS Grid</dc:subject>
  <dc:creator>OpenAI</dc:creator>
  <cp:lastModifiedBy>OpenAI</cp:lastModifiedBy>
  <cp:revision>1</cp:revision>
  <dcterms:created xsi:type="dcterms:W3CDTF">2026-09-05T02:23:33Z</dcterms:created>
  <dcterms:modified xsi:type="dcterms:W3CDTF">2026-09-05T02:23:33Z</dcterms:modified>
</cp:coreProperties>
</file>