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llustration_infographic_sty_batch_1.png">    </p:cNvPr>
          <p:cNvPicPr>
            <a:picLocks noChangeAspect="1"/>
          </p:cNvPicPr>
          <p:nvPr/>
        </p:nvPicPr>
        <p:blipFill>
          <a:blip r:embed="rId1"/>
          <a:srcRect l="23375" r="23375" t="0" b="0"/>
          <a:stretch/>
        </p:blipFill>
        <p:spPr>
          <a:xfrm>
            <a:off x="6035040" y="457200"/>
            <a:ext cx="562356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51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Lanjutan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94360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Box Model • Button Hover • Table • Flexbox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2648" y="24871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6475"/>
                </a:solidFill>
              </a:rPr>
              <a:t>Melanjutkan kode terakhir: dari halaman HTML sederhana menjadi tampilan profil yang rapi dan enak dilihat.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" y="5925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Pertemuan 2 Jam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2 Jam Hari 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Murid tidak hanya memberi warna, tetapi mulai bisa merapikan layout.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pic>
        <p:nvPicPr>
          <p:cNvPr id="5" name="Image 0" descr="/mnt/data/wide_bright_clean_cartoon_illustration_of_a_mode.png">    </p:cNvPr>
          <p:cNvPicPr>
            <a:picLocks noChangeAspect="1"/>
          </p:cNvPicPr>
          <p:nvPr/>
        </p:nvPicPr>
        <p:blipFill>
          <a:blip r:embed="rId1"/>
          <a:srcRect l="23033" r="23033" t="0" b="0"/>
          <a:stretch/>
        </p:blipFill>
        <p:spPr>
          <a:xfrm>
            <a:off x="7315200" y="1234440"/>
            <a:ext cx="42062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384048" cy="384048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0817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Review kode terakhir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167335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Inline, internal, external CSS, selector, color, background.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223113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Box Model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80160" y="249631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Margin, border, padding, content.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777240" y="3063240"/>
            <a:ext cx="38404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305409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Styling elemen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80160" y="331927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Width, height, border-radius, tombol, hover.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387705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Rapikan table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80160" y="414223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Border-collapse, padding, table ke tengah.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470001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Flexbox dasar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280160" y="496519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Menyusun profile card sejajar.</a:t>
            </a:r>
            <a:endParaRPr lang="en-US" sz="1130" dirty="0"/>
          </a:p>
        </p:txBody>
      </p:sp>
      <p:sp>
        <p:nvSpPr>
          <p:cNvPr id="21" name="Text 18"/>
          <p:cNvSpPr/>
          <p:nvPr/>
        </p:nvSpPr>
        <p:spPr>
          <a:xfrm>
            <a:off x="777240" y="5532120"/>
            <a:ext cx="384048" cy="384048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80160" y="552297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Mini project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280160" y="578815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Ubah halaman menjadi profile card.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Kode Kita Sekarang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Yang sudah dipakai: inline CSS, internal CSS, external CSS, selector, dan property dasar.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212080" cy="429768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internal css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aqua;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bisque;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.diri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black;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.pengalaman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brown;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4754880" cy="914400"/>
          </a:xfrm>
          <a:prstGeom prst="rect">
            <a:avLst/>
          </a:prstGeom>
          <a:solidFill>
            <a:srgbClr val="EAFBF4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sudah bagus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Murid sudah tahu bahwa CSS bisa mengubah warna, background, dan posisi teks.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5080" y="2606040"/>
            <a:ext cx="4754880" cy="1051560"/>
          </a:xfrm>
          <a:prstGeom prst="rect">
            <a:avLst/>
          </a:prstGeom>
          <a:solidFill>
            <a:srgbClr val="FFF0E7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 penting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 `*` memilih semua elemen. Bagus untuk demo, tapi nanti hati-hati karena semua ikut berubah.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3977640"/>
            <a:ext cx="4754880" cy="1051560"/>
          </a:xfrm>
          <a:prstGeom prst="rect">
            <a:avLst/>
          </a:prstGeom>
          <a:solidFill>
            <a:srgbClr val="F2EC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Lanjutannya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Sekarang kita belajar memberi jarak, ukuran, bentuk, hover, dan layout agar halaman lebih rapi.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Kenapa CSS Berikutnya Harus Box Model?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Setelah bisa memberi warna, murid perlu tahu cara memberi jarak dan bentuk.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pic>
        <p:nvPicPr>
          <p:cNvPr id="5" name="Image 0" descr="/mnt/data/a_clean_flat_vector_illustration_infographic_sty_batch_1.png">    </p:cNvPr>
          <p:cNvPicPr>
            <a:picLocks noChangeAspect="1"/>
          </p:cNvPicPr>
          <p:nvPr/>
        </p:nvPicPr>
        <p:blipFill>
          <a:blip r:embed="rId1"/>
          <a:srcRect l="14969" r="14969" t="0" b="0"/>
          <a:stretch/>
        </p:blipFill>
        <p:spPr>
          <a:xfrm>
            <a:off x="640080" y="1234440"/>
            <a:ext cx="557784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Masalah yang sering muncul: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29400" y="1874520"/>
            <a:ext cx="45720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Tulisan terlalu menempel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Tabel terlihat kaku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Tombol terlalu kecil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Elemen belum punya jarak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Halaman masih terasa polos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29400" y="4023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46E5"/>
                </a:solidFill>
              </a:rPr>
              <a:t>Solusinya: Box Model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629400" y="4617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475"/>
                </a:solidFill>
              </a:rPr>
              <a:t>Box Model membantu kita mengatur ruang di dalam dan di luar elemen HTML.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Box Model: 4 Lapisan Penting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Analogi: kotak hadiah. Isi, busa, kotak, lalu jarak dengan benda lain.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pic>
        <p:nvPicPr>
          <p:cNvPr id="5" name="Image 0" descr="/mnt/data/a_bright_playful_3d_illustration_infographic_scen_batch_2.png">    </p:cNvPr>
          <p:cNvPicPr>
            <a:picLocks noChangeAspect="1"/>
          </p:cNvPicPr>
          <p:nvPr/>
        </p:nvPicPr>
        <p:blipFill>
          <a:blip r:embed="rId1"/>
          <a:srcRect l="15791" r="15791" t="0" b="0"/>
          <a:stretch/>
        </p:blipFill>
        <p:spPr>
          <a:xfrm>
            <a:off x="502920" y="1234440"/>
            <a:ext cx="56692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417320"/>
            <a:ext cx="384048" cy="384048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86600" y="140817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Content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86600" y="167335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Isi elemen: teks, gambar, atau tombol.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6583680" y="2286000"/>
            <a:ext cx="38404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0" y="22768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Padding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86600" y="254203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Jarak antara isi dan garis tepi.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6583680" y="315468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86600" y="314553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Border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086600" y="341071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Garis luar elemen.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6583680" y="4023360"/>
            <a:ext cx="384048" cy="38404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40142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Margin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086600" y="427939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Jarak elemen dengan elemen lain.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6583680" y="5166360"/>
            <a:ext cx="4754880" cy="685800"/>
          </a:xfrm>
          <a:prstGeom prst="rect">
            <a:avLst/>
          </a:prstGeom>
          <a:solidFill>
            <a:srgbClr val="EAF3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</a:rPr>
              <a:t>Pertanyaan ke murid: Kalau padding diperbesar, bagian mana yang berubah?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Coding 1: Padding, Border, Margin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Gunakan class `.diri` dari kode yang sudah ada.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937760" cy="32004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.diri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black;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white;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black;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722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Urutan praktik: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1. Jalankan kode awal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2. Ubah padding menjadi 50px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3. Ubah margin menjadi 50px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4. Bandingkan bedanya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72200" y="3977640"/>
            <a:ext cx="4937760" cy="685800"/>
          </a:xfrm>
          <a:prstGeom prst="rect">
            <a:avLst/>
          </a:prstGeom>
          <a:solidFill>
            <a:srgbClr val="EAFBF4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</a:rPr>
              <a:t>Kunci: padding membuat isi terasa lega; margin membuat elemen menjauh dari elemen lain.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Width, Height, dan Border Radius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Setelah punya jarak, kita atur ukuran dan bentuk elemen.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937760" cy="338328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.diri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100px;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black;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4389120" cy="731520"/>
          </a:xfrm>
          <a:prstGeom prst="rect">
            <a:avLst/>
          </a:prstGeom>
          <a:solidFill>
            <a:srgbClr val="EAF3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lebar elemen.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2331720"/>
            <a:ext cx="4389120" cy="731520"/>
          </a:xfrm>
          <a:prstGeom prst="rect">
            <a:avLst/>
          </a:prstGeom>
          <a:solidFill>
            <a:srgbClr val="EAFBF4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tinggi elemen.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3246120"/>
            <a:ext cx="4389120" cy="822960"/>
          </a:xfrm>
          <a:prstGeom prst="rect">
            <a:avLst/>
          </a:prstGeom>
          <a:solidFill>
            <a:srgbClr val="FFF0E7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border-radius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sudut elemen menjadi melengkung.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4617720"/>
            <a:ext cx="4389120" cy="685800"/>
          </a:xfrm>
          <a:prstGeom prst="rect">
            <a:avLst/>
          </a:prstGeom>
          <a:solidFill>
            <a:srgbClr val="F2EC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Challenge cepat: ubah border-radius menjadi 50px. Apa yang terjadi?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Styling Button: Dari Biasa Jadi Menarik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Tombol adalah elemen yang enak dipakai untuk eksperimen CSS.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303520" cy="36576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blue;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 20px;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none;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18px;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Baca bersama: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0" y="1965960"/>
            <a:ext cx="48006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background-color → warna tombol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color → warna tulisan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padding → ruang di dalam tombol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border → garis tombol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border-radius → bentuk sudut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font-size → ukuran tulisan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4663440"/>
            <a:ext cx="4754880" cy="685800"/>
          </a:xfrm>
          <a:prstGeom prst="rect">
            <a:avLst/>
          </a:prstGeom>
          <a:solidFill>
            <a:srgbClr val="EAF3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</a:rPr>
              <a:t>Mini tanya: Kenapa padding ditulis 10px 20px?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Hover: Saat Mouse Lewat, Tampilan Berubah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Mulai mengenalkan interaksi ringan sebelum masuk JavaScript.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5303520" cy="425196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blue;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 20px;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none;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red;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1463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:hover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0" y="22402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Artinya: style ini aktif ketika mouse berada di atas elemen.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3886200"/>
            <a:ext cx="4526280" cy="685800"/>
          </a:xfrm>
          <a:prstGeom prst="rect">
            <a:avLst/>
          </a:prstGeom>
          <a:solidFill>
            <a:srgbClr val="FFF0E7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</a:rPr>
              <a:t>Poin penting: CSS hover hanya mengubah tampilan. Kalau mau menjalankan perintah ketika klik, nanti masuk JavaScript.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Rapikan Table yang Sudah Dibuat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Manfaatkan tabel nama, kelas, dan sekolah dari kode terakhir.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212080" cy="48006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border-collapse: collapse;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 auto;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black;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yellow;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4709160" cy="868680"/>
          </a:xfrm>
          <a:prstGeom prst="rect">
            <a:avLst/>
          </a:prstGeom>
          <a:solidFill>
            <a:srgbClr val="EAF3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border-collapse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Menyatukan garis tabel agar tidak terlihat dobel.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5080" y="2560320"/>
            <a:ext cx="4709160" cy="868680"/>
          </a:xfrm>
          <a:prstGeom prst="rect">
            <a:avLst/>
          </a:prstGeom>
          <a:solidFill>
            <a:srgbClr val="EAFBF4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 jarak antara tulisan dan garis tabel.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3703320"/>
            <a:ext cx="4709160" cy="1005840"/>
          </a:xfrm>
          <a:prstGeom prst="rect">
            <a:avLst/>
          </a:prstGeom>
          <a:solidFill>
            <a:srgbClr val="FFF0E7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margin: 20px auto
</a:t>
            </a:r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 jarak atas-bawah dan membuat tabel berada di tengah.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5166360"/>
            <a:ext cx="4709160" cy="685800"/>
          </a:xfrm>
          <a:prstGeom prst="rect">
            <a:avLst/>
          </a:prstGeom>
          <a:solidFill>
            <a:srgbClr val="F2EC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Catatan: `table, th` berarti memilih table dan th. Bukan hanya th di dalam table.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 Review: Siapa yang Mau Diubah?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Sebelum Flexbox, pastikan murid tahu cara memilih elemen.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029200" cy="45720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.diri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black;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red;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13167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`*` universal selector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0" y="15819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Memilih semua elemen.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6263640" y="2240280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2311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`h1` element selector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0" y="24963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Memilih semua tag h1.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31455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`.diri` class selector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34107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Memilih elemen yang memiliki class diri.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263640" y="4069080"/>
            <a:ext cx="384048" cy="38404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40599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`button:hover` pseudo-class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6560" y="43251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475"/>
                </a:solidFill>
              </a:rPr>
              <a:t>Memilih tombol saat mouse berada di atasnya.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263640" y="5257800"/>
            <a:ext cx="4800600" cy="685800"/>
          </a:xfrm>
          <a:prstGeom prst="rect">
            <a:avLst/>
          </a:prstGeom>
          <a:solidFill>
            <a:srgbClr val="F2EC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Pertanyaan: Kalau ada 3 paragraf, tapi hanya 1 yang ingin diubah, pakai selector apa?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 Dasar: Menyusun Elemen Sejajar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Gunakan saat ingin membuat beberapa bagian berada dalam satu baris.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pic>
        <p:nvPicPr>
          <p:cNvPr id="5" name="Image 0" descr="/mnt/data/a_bright_clean_vector_illustration_of_a_web_desig_batch_3.png">    </p:cNvPr>
          <p:cNvPicPr>
            <a:picLocks noChangeAspect="1"/>
          </p:cNvPicPr>
          <p:nvPr/>
        </p:nvPicPr>
        <p:blipFill>
          <a:blip r:embed="rId1"/>
          <a:srcRect l="13946" r="13946" t="0" b="0"/>
          <a:stretch/>
        </p:blipFill>
        <p:spPr>
          <a:xfrm>
            <a:off x="594360" y="1234440"/>
            <a:ext cx="562356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417320"/>
            <a:ext cx="4389120" cy="16002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46520" y="3429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Sebelum Flexbox: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46520" y="37764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4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 1]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4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 2]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46520" y="46451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Dengan Flexbox: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50109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 1]  [Card 2]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Coding 2: Profile Card dengan Flexbox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Buat dua kartu sederhana: Profil dan Pengalaman.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5486400" cy="45720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&lt;h2&gt;Profil&lt;/h2&gt;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&lt;p&gt;Anggi Juhniawan&lt;/p&gt;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&lt;h2&gt;Pengalaman&lt;/h2&gt;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&lt;p&gt;Senior Fullstack Developer&lt;/p&gt;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55080" y="1234440"/>
            <a:ext cx="5212080" cy="457200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white;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black;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Project: Ubah Jadi Profile 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Tugas 15–20 menit. Fokus pada hasil visual, bukan hafalan property.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pic>
        <p:nvPicPr>
          <p:cNvPr id="5" name="Image 0" descr="/mnt/data/a_clean_flat_vector_illustration_infographic_sty_batch_1.png">    </p:cNvPr>
          <p:cNvPicPr>
            <a:picLocks noChangeAspect="1"/>
          </p:cNvPicPr>
          <p:nvPr/>
        </p:nvPicPr>
        <p:blipFill>
          <a:blip r:embed="rId1"/>
          <a:srcRect l="17531" r="17531" t="0" b="0"/>
          <a:stretch/>
        </p:blipFill>
        <p:spPr>
          <a:xfrm>
            <a:off x="6537960" y="1234440"/>
            <a:ext cx="48006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Requirement: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53949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Background halaman bebas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Nama memakai warna berbeda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Tambahkan padding dan margin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Tambahkan border dan border-radius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Table dibuat lebih rapi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Buat satu button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Button berubah warna saat hover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983480"/>
            <a:ext cx="5166360" cy="685800"/>
          </a:xfrm>
          <a:prstGeom prst="rect">
            <a:avLst/>
          </a:prstGeom>
          <a:solidFill>
            <a:srgbClr val="EAFBF4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</a:rPr>
              <a:t>Output akhir: halaman profil sederhana yang terlihat rapi dan punya efek hover.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Penutup: CSS Cukup Dulu, Lanjut ke JavaScript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475"/>
                </a:solidFill>
              </a:rPr>
              <a:t>CSS membuat tampilan. JavaScript membuat website menjalankan perintah.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469880" y="374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Ekskul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4572000" cy="1188720"/>
          </a:xfrm>
          <a:prstGeom prst="rect">
            <a:avLst/>
          </a:prstGeom>
          <a:solidFill>
            <a:srgbClr val="182033"/>
          </a:solidFill>
          <a:ln>
            <a:solidFill>
              <a:srgbClr val="2D3748">
                <a:alpha val="90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onclick="alert('Halo!')"&gt;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Klik Saya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064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Jembatan ke pertemuan berikutnya: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064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CSS Hover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06440" y="2542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475"/>
                </a:solidFill>
              </a:rPr>
              <a:t>Tampilan berubah saat mouse lewat.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JavaScript Click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06440" y="36393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475"/>
                </a:solidFill>
              </a:rPr>
              <a:t>Program menjalankan instruksi saat tombol diklik.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4572000" cy="685800"/>
          </a:xfrm>
          <a:prstGeom prst="rect">
            <a:avLst/>
          </a:prstGeom>
          <a:solidFill>
            <a:srgbClr val="FFF0E7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</a:rPr>
              <a:t>Kuis akhir: Sebutkan 3 property CSS yang paling berguna hari ini.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06440" y="4846320"/>
            <a:ext cx="5120640" cy="685800"/>
          </a:xfrm>
          <a:prstGeom prst="rect">
            <a:avLst/>
          </a:prstGeom>
          <a:solidFill>
            <a:srgbClr val="EAF3FF"/>
          </a:solidFill>
          <a:ln>
            <a:solidFill>
              <a:srgbClr val="E6E2D8">
                <a:alpha val="9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</a:rPr>
              <a:t>Next: variable, input, if/else, dan function sederhana.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Koda / Ekskul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Ekskul IT - CSS Lanjutan: Box Model, Hover, Table, Flexbox</dc:title>
  <dc:subject>Ekskul IT - CSS Lanjutan</dc:subject>
  <dc:creator>OpenAI</dc:creator>
  <cp:lastModifiedBy>OpenAI</cp:lastModifiedBy>
  <cp:revision>1</cp:revision>
  <dcterms:created xsi:type="dcterms:W3CDTF">2026-08-22T02:24:39Z</dcterms:created>
  <dcterms:modified xsi:type="dcterms:W3CDTF">2026-08-22T02:24:39Z</dcterms:modified>
</cp:coreProperties>
</file>