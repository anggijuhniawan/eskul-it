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66928"/>
            <a:ext cx="1051560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Day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C# Decision Making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</a:rPr>
              <a:t>if, else if, else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</a:rPr>
              <a:t>&amp; Program yang Bisa Memilih Tindakan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83880" y="1097280"/>
            <a:ext cx="1874520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if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true → jalan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46920" y="2971800"/>
            <a:ext cx="1874520" cy="1417320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</a:rPr>
              <a:t>else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</a:rPr>
              <a:t>false → alternatif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098280" y="2587752"/>
            <a:ext cx="1143000" cy="27432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31520" y="5669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Eskul IT Software • Kelas X SMK RPL • Durasi 2 jam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75720" y="629107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64748B"/>
                </a:solidFill>
              </a:rPr>
              <a:t>03</a:t>
            </a:r>
            <a:endParaRPr lang="en-US" sz="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Hari ini kita belajar apa?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03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59436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F172A"/>
                </a:solidFill>
              </a:rPr>
              <a:t>Review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548640" y="2450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input, variable, operator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2926080" y="1325880"/>
            <a:ext cx="59436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14600" y="2148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F172A"/>
                </a:solidFill>
              </a:rPr>
              <a:t>Boolean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2468880" y="2450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true atau false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59436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34840" y="2148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F172A"/>
                </a:solidFill>
              </a:rPr>
              <a:t>Comparison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4389120" y="2450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&gt;, &lt;, ==, !=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6766560" y="1325880"/>
            <a:ext cx="594360" cy="59436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2148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F172A"/>
                </a:solidFill>
              </a:rPr>
              <a:t>if / else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309360" y="2450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program memilih aksi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8686800" y="1325880"/>
            <a:ext cx="594360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75320" y="2148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F172A"/>
                </a:solidFill>
              </a:rPr>
              <a:t>Mini Task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8229600" y="2450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ganjil/genap &amp; nilai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960120" y="4572000"/>
            <a:ext cx="9098280" cy="347472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Target Day 3: siswa bisa membuat program yang mengambil keputusan berdasarkan kondisi.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Dari kalkulator ke program yang lebih pintar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04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82880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Input angka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1664208"/>
            <a:ext cx="109728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886200" y="1371600"/>
            <a:ext cx="160020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Hitung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1664208"/>
            <a:ext cx="109728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812280" y="1371600"/>
            <a:ext cx="182880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Output hasil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06840" y="14630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Day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514600"/>
            <a:ext cx="9326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71800"/>
            <a:ext cx="164592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Input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87168" y="3264408"/>
            <a:ext cx="850392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474720" y="2816352"/>
            <a:ext cx="2103120" cy="91440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Cek kondisi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benar / salah?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15000" y="3063240"/>
            <a:ext cx="822960" cy="-32004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15000" y="3456432"/>
            <a:ext cx="822960" cy="384048"/>
          </a:xfrm>
          <a:prstGeom prst="line">
            <a:avLst/>
          </a:prstGeom>
          <a:noFill/>
          <a:ln w="1397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675120" y="2423160"/>
            <a:ext cx="141732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Aksi 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3657600"/>
            <a:ext cx="141732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Aksi 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06840" y="3154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Day 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230368"/>
            <a:ext cx="8961120" cy="347472"/>
          </a:xfrm>
          <a:prstGeom prst="rect">
            <a:avLst/>
          </a:prstGeom>
          <a:solidFill>
            <a:srgbClr val="ECFDF5"/>
          </a:solidFill>
          <a:ln>
            <a:solidFill>
              <a:srgbClr val="ECFDF5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Contoh: kalau nilai ≥ 75 maka lulus, selain itu belum lulus.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Boolean = jawaban benar atau salah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05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2286000" cy="128016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C55E"/>
                </a:solidFill>
              </a:rPr>
              <a:t>true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2C55E"/>
                </a:solidFill>
              </a:rPr>
              <a:t>benar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657600" y="1280160"/>
            <a:ext cx="2286000" cy="12801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4444"/>
                </a:solidFill>
              </a:rPr>
              <a:t>false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EF4444"/>
                </a:solidFill>
              </a:rPr>
              <a:t>salah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0" y="1298448"/>
            <a:ext cx="43434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sudahLogin = true;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sudahBayar = false;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Boolean dipakai untuk pertanyaan yang jawabannya hanya dua kemungkinan.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26517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Pertanyaan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39312" y="3703320"/>
            <a:ext cx="301752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Contoh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29984" y="3703320"/>
            <a:ext cx="182880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Jawaban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224528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Apakah umur ≥ 17?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39312" y="4224528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18 &gt;= 17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9984" y="4224528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true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745736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Apakah nilai &lt; 75?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39312" y="4745736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80 &lt; 75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9984" y="4745736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false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266944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Apakah nama == "admin"?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39312" y="5266944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"budi" == "admin"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9984" y="5266944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Operator perbandingan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06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352044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==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sama dengan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nilai == 75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26280" y="1234440"/>
            <a:ext cx="352044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!=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tidak sama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nama != "admin"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66760" y="1234440"/>
            <a:ext cx="352044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&gt;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lebih besar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umur &gt; 17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3520440" cy="91440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&lt;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lebih kecil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saldo &lt; 50000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2651760"/>
            <a:ext cx="3520440" cy="914400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&gt;=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lebih besar/sama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nilai &gt;= 75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66760" y="2651760"/>
            <a:ext cx="352044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&lt;=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lebih kecil/sama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stok &lt;=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4434840"/>
            <a:ext cx="48006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 = 80;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lulus = nilai &gt;= 75;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Console.WriteLine(lulus); // True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4718304"/>
            <a:ext cx="4434840" cy="347472"/>
          </a:xfrm>
          <a:prstGeom prst="rect">
            <a:avLst/>
          </a:prstGeom>
          <a:solidFill>
            <a:srgbClr val="E0F2FE"/>
          </a:solidFill>
          <a:ln>
            <a:solidFill>
              <a:srgbClr val="E0F2FE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Hasil dari perbandingan adalah boolean: true atau false.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if = kalau kondisi benar, jalankan kode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07</a:t>
            </a:r>
            <a:endParaRPr lang="en-US" sz="450" dirty="0"/>
          </a:p>
        </p:txBody>
      </p:sp>
      <p:sp>
        <p:nvSpPr>
          <p:cNvPr id="7" name="Shape 5"/>
          <p:cNvSpPr/>
          <p:nvPr/>
        </p:nvSpPr>
        <p:spPr>
          <a:xfrm>
            <a:off x="5532120" y="1920240"/>
            <a:ext cx="914400" cy="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337560" y="1417320"/>
            <a:ext cx="1828800" cy="100584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</a:rPr>
              <a:t>Kondisi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</a:rPr>
              <a:t>benar?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400" y="1417320"/>
            <a:ext cx="219456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Jalankan kode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di dalam if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489204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umur = 18;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(umur &gt;= 17)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Console.WriteLine("Boleh membuat KTP");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Pola dasar: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3337560"/>
            <a:ext cx="388620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(kondisi)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kode dijalankan kalau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8412480" cy="347472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Ingat: kondisi harus menghasilkan true atau false.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if - else = dua kemungkinan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08</a:t>
            </a:r>
            <a:endParaRPr lang="en-US" sz="450" dirty="0"/>
          </a:p>
        </p:txBody>
      </p:sp>
      <p:sp>
        <p:nvSpPr>
          <p:cNvPr id="7" name="Shape 5"/>
          <p:cNvSpPr/>
          <p:nvPr/>
        </p:nvSpPr>
        <p:spPr>
          <a:xfrm>
            <a:off x="4892040" y="2148840"/>
            <a:ext cx="1005840" cy="-50292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92040" y="2514600"/>
            <a:ext cx="1005840" cy="548640"/>
          </a:xfrm>
          <a:prstGeom prst="line">
            <a:avLst/>
          </a:prstGeom>
          <a:noFill/>
          <a:ln w="1397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926080" y="1874520"/>
            <a:ext cx="1783080" cy="82296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nilai &gt;= 75?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234440"/>
            <a:ext cx="1828800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Tampilkan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LULUS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2788920"/>
            <a:ext cx="182880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Tampilkan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BELUM LULUS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548640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 = 70;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(nilai &gt;= 75)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Console.WriteLine("Lulus");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Console.WriteLine("Belum lulus");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20840" y="4846320"/>
            <a:ext cx="3200400" cy="347472"/>
          </a:xfrm>
          <a:prstGeom prst="rect">
            <a:avLst/>
          </a:prstGeom>
          <a:solidFill>
            <a:srgbClr val="E0F2FE"/>
          </a:solidFill>
          <a:ln>
            <a:solidFill>
              <a:srgbClr val="E0F2FE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else dibaca: “selain kondisi di atas”.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else if = lebih dari dua kemungkinan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09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214884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Nilai &gt;= 90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Grade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1234440"/>
            <a:ext cx="214884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Nilai &gt;= 80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Grade 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1234440"/>
            <a:ext cx="214884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Nilai &gt;= 75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Grade 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66760" y="1234440"/>
            <a:ext cx="214884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Selain itu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Belum lulus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580644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 = 85;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(nilai &gt;= 90)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Console.WriteLine("Grade A");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(nilai &gt;= 80)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Console.WriteLine("Grade B");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(nilai &gt;= 75)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Console.WriteLine("Grade C");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Console.WriteLine("Belum lulus");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23760" y="2743200"/>
            <a:ext cx="32461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Dicek dari atas ke bawah.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Kalau satu kondisi sudah benar, bagian bawahnya dilewati.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Urutan kondisi sangat penting.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Operator logika: &amp;&amp;, ||, !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10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2743200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&amp;&amp;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DAN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semua harus benar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86200" y="1325880"/>
            <a:ext cx="274320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||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ATAU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salah satu benar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0" y="1325880"/>
            <a:ext cx="2743200" cy="1097280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!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BUKAN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membalik kondisi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603504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username = "admin";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password = "12345";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(username == "admin" &amp;&amp; password == "12345")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Console.WriteLine("Login berhasil");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0" y="2926080"/>
            <a:ext cx="338328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sudahLogin = false;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(!sudahLogin)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Console.WriteLine("Silakan login dulu");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8138160" cy="347472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Untuk pemula: pahami &amp;&amp; dulu untuk login sederhana.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Kesalahan umum saat belajar kondisi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11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33172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=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untuk mengisi nilai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1280160"/>
            <a:ext cx="233172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==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untuk membandingkan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1143000"/>
            <a:ext cx="402336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 = 80;       // assign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(nilai == 80)    // compare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Console.WriteLine("Benar");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246888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Masalah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56432" y="3611880"/>
            <a:ext cx="33832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Contoh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12864" y="3611880"/>
            <a:ext cx="283464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Solusi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133088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Lupa kurung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6432" y="4133088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if nilai &gt;= 75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12864" y="4133088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if (nilai &gt;= 75)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654296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Lupa { 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56432" y="4654296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if (...) satu baris saja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12864" y="4654296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pakai { } agar rapi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175504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Input angka masih string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56432" y="5175504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Console.ReadLine()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12864" y="5175504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int.Parse(...)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8961120" cy="347472"/>
          </a:xfrm>
          <a:prstGeom prst="rect">
            <a:avLst/>
          </a:prstGeom>
          <a:solidFill>
            <a:srgbClr val="E0F2FE"/>
          </a:solidFill>
          <a:ln>
            <a:solidFill>
              <a:srgbClr val="E0F2FE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Hari ini cukup pakai int.Parse untuk input angka. Nanti dibahas cara validasi input yang lebih aman.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Live Coding 1: cek umur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12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Tujuan: program menentukan apakah user sudah boleh membuat KTP.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566928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Console.Write("Masukkan umur: 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umur = int.Parse(Console.ReadLine());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(umur &gt;= 17)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Console.WriteLine("Boleh membuat KTP");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Console.WriteLine("Belum boleh membuat KTP");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86600" y="1783080"/>
            <a:ext cx="128016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Input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58200" y="2148840"/>
            <a:ext cx="77724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372600" y="1783080"/>
            <a:ext cx="1828800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Output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Boleh membuat KTP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86600" y="3063240"/>
            <a:ext cx="128016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Input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58200" y="3429000"/>
            <a:ext cx="77724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372600" y="3063240"/>
            <a:ext cx="1828800" cy="7315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Belum boleh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5440680"/>
            <a:ext cx="8778240" cy="347472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Tanya siswa: bagian mana yang menghasilkan true/false?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Live Coding 2: nilai lulus / belum lulus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13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585216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Console.Write("Masukkan nama: ");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nama = Console.ReadLine();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Console.Write("Masukkan nilai: ");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 = int.Parse(Console.ReadLine());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(nilai &gt;= 75)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Console.WriteLine($"{nama} lulus");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Console.WriteLine($"{nama} belum lulus");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7040880" y="1371600"/>
            <a:ext cx="201168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Data masuk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nama = "Sinta"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nilai = 82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52560" y="2148840"/>
            <a:ext cx="594360" cy="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784080" y="1828800"/>
            <a:ext cx="1645920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Sinta lulus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95160" y="4023360"/>
            <a:ext cx="4023360" cy="347472"/>
          </a:xfrm>
          <a:prstGeom prst="rect">
            <a:avLst/>
          </a:prstGeom>
          <a:solidFill>
            <a:srgbClr val="ECFDF5"/>
          </a:solidFill>
          <a:ln>
            <a:solidFill>
              <a:srgbClr val="ECFDF5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Versi lanjutan: tambahkan grade A/B/C menggunakan else if.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Live Coding 3: login sederhana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14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7772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Contoh penggunaan &amp;&amp;: username benar DAN password benar.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60350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Console.Write("Username: ");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username = Console.ReadLine();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Console.Write("Password: ");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password = Console.ReadLine();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(username == "admin" &amp;&amp; password == "12345")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Console.WriteLine("Login berhasil");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Console.WriteLine("Username atau password salah");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7315200" y="1691640"/>
            <a:ext cx="2377440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username benar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password benar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2743200"/>
            <a:ext cx="173736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Login berhasil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0" y="3703320"/>
            <a:ext cx="237744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salah satu salah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35240" y="4526280"/>
            <a:ext cx="173736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Login gagal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Preview desktop: logic yang sama di Button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15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201168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Console 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input teks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71800" y="1581912"/>
            <a:ext cx="91440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977640" y="1234440"/>
            <a:ext cx="201168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Logic C#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if / else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581912"/>
            <a:ext cx="91440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132320" y="1234440"/>
            <a:ext cx="201168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Desktop 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Button Click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7406640" cy="2651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btnLogin_Click(object sender, EventArgs 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(txtUsername.Text == "admin" &amp;&amp; txtPassword.Text == "12345")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lblHasil.Text = "Login berhasil";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lblHasil.Text = "Login gagal";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5623560"/>
            <a:ext cx="9052560" cy="347472"/>
          </a:xfrm>
          <a:prstGeom prst="rect">
            <a:avLst/>
          </a:prstGeom>
          <a:solidFill>
            <a:srgbClr val="E0F2FE"/>
          </a:solidFill>
          <a:ln>
            <a:solidFill>
              <a:srgbClr val="E0F2FE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Belum perlu hafal kode Windows Forms. Yang penting: logic if/else tetap sama.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Mini Task 1: cek ganjil atau genap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16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228600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94760" y="1234440"/>
            <a:ext cx="228600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1234440"/>
            <a:ext cx="228600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Output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148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angka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2148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angka % 2 ==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86600" y="21488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Genap / Ganjil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017520"/>
            <a:ext cx="48006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 :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: Angka 10 adalah genap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 : 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: Angka 7 adalah ganjil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971800"/>
            <a:ext cx="3566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Minta user memasukkan satu angka.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Gunakan operator modulo %.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Gunakan if dan else.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Tampilkan output yang jelas.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5486400"/>
            <a:ext cx="8138160" cy="347472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Durasi: 10–15 menit. Fokus: memahami kondisi, bukan tampilan.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Mini Task 2: aplikasi nilai siswa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17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777240" y="10058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Buat program yang menerima nama dan nilai, lalu menampilkan status dan grade.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36576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Wajib 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331720"/>
            <a:ext cx="3749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Input nama siswa.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Input nilai siswa.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Jika nilai &gt;= 75 tampilkan Lulus.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Jika nilai &lt; 75 tampilkan Belum Lulus.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1691640"/>
            <a:ext cx="365760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Bonus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2331720"/>
            <a:ext cx="3749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Tambahkan grade A/B/C.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Rapikan output dengan format biodata.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Tambahkan pesan motivasi.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182880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Nilai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16352" y="4160520"/>
            <a:ext cx="18288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Status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18304" y="4160520"/>
            <a:ext cx="146304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Grade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681728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90 - 100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16352" y="4681728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Lulus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8304" y="4681728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202936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80 - 89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16352" y="5202936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Lulus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8304" y="5202936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5724144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75 - 79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16352" y="5724144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Lulus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18304" y="5724144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624535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&lt; 75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16352" y="624535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Belum Lulus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18304" y="6245352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-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5897880"/>
            <a:ext cx="3474720" cy="347472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Durasi: 15–20 menit. Mulai dari versi wajib dulu.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Review cepat sebelum pulang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18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868680" y="1170432"/>
            <a:ext cx="8961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1. Apa hasil dari kondisi nilai &gt;= 75?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68680" y="1856232"/>
            <a:ext cx="8961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2. Bedanya = dan == apa?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68680" y="2542032"/>
            <a:ext cx="8961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3. Kapan kita memakai else?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68680" y="3227832"/>
            <a:ext cx="8961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4. Kalau kemungkinan lebih dari dua, pakai apa?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868680" y="3913632"/>
            <a:ext cx="8961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5. Untuk login username DAN password, operator logika apa?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868680" y="5166360"/>
            <a:ext cx="8458200" cy="347472"/>
          </a:xfrm>
          <a:prstGeom prst="rect">
            <a:avLst/>
          </a:prstGeom>
          <a:solidFill>
            <a:srgbClr val="E0F2FE"/>
          </a:solidFill>
          <a:ln>
            <a:solidFill>
              <a:srgbClr val="E0F2FE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Jawaban cepat: boolean, assign vs compare, alternatif, else if, &amp;&amp;.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</a:rPr>
              <a:t>Eskul IT Software • C# Dasar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10561320" y="164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Day 3 • 2 jam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138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Next Day: Looping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0" y="6528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94A3B8"/>
                </a:solidFill>
              </a:rPr>
              <a:t>19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7680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Hari ini program bisa memilih tindakan.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Pertemuan berikutnya program bisa mengulang pekerjaan otomatis.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2377440" cy="11430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if / else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memilih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11880" y="2898648"/>
            <a:ext cx="10058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800600" y="2331720"/>
            <a:ext cx="2377440" cy="11430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looping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mengulang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60920" y="2898648"/>
            <a:ext cx="96012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503920" y="2331720"/>
            <a:ext cx="2377440" cy="1143000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</a:rPr>
              <a:t>mini project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</a:rPr>
              <a:t>lebih hidup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709160"/>
            <a:ext cx="8961120" cy="347472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Contoh next: mencetak angka 1 sampai 10, input berulang, dan menu sederhana.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Eskul IT Software Day 3 - C# if else</dc:title>
  <dc:subject>Eskul IT Software Day 3 - C# Decision Making</dc:subject>
  <dc:creator>OpenAI</dc:creator>
  <cp:lastModifiedBy>OpenAI</cp:lastModifiedBy>
  <cp:revision>1</cp:revision>
  <dcterms:created xsi:type="dcterms:W3CDTF">2026-08-29T06:20:50Z</dcterms:created>
  <dcterms:modified xsi:type="dcterms:W3CDTF">2026-08-29T06:20:50Z</dcterms:modified>
</cp:coreProperties>
</file>