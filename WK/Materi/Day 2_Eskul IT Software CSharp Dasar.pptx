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1920240" cy="32004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C# Dasar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19202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F2FE"/>
                </a:solidFill>
              </a:rPr>
              <a:t>Variable, Data Type, Operator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0F2FE"/>
                </a:solidFill>
              </a:rPr>
              <a:t>&amp; Kalkulator Sederhana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7512" y="5440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Eskul IT Software • Kelas X SMK RPL • Durasi 2 Jam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0" y="1874520"/>
            <a:ext cx="2331720" cy="233172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</a:rPr>
              <a:t>123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</a:rPr>
              <a:t>+ - × ÷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Hari ini kita belajar apa?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960120" cy="9601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Review Day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30906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input dan output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19072" y="2084832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907792" y="1600200"/>
            <a:ext cx="960120" cy="96012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79192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Variable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30906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menyimpan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86784" y="2084832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175504" y="1600200"/>
            <a:ext cx="960120" cy="96012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46904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Data Type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73752" y="30906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jenis data di C#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54496" y="2084832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443216" y="1600200"/>
            <a:ext cx="960120" cy="960120"/>
          </a:xfrm>
          <a:prstGeom prst="roundRect">
            <a:avLst/>
          </a:prstGeom>
          <a:solidFill>
            <a:srgbClr val="FACC15"/>
          </a:solidFill>
          <a:ln w="12700">
            <a:solidFill>
              <a:srgbClr val="FACC1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214616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Operator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41464" y="30906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mengolah angka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22208" y="2084832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710928" y="1600200"/>
            <a:ext cx="960120" cy="960120"/>
          </a:xfrm>
          <a:prstGeom prst="round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482328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Mini Project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09176" y="30906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kalkulator console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0120" y="4800600"/>
            <a:ext cx="10241280" cy="74980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Target Day 2: siswa bisa membuat program C# yang menerima angka, menghitung, lalu menampilkan hasil.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Dari console menuju aplikasi desktop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2240280" cy="1143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Console App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(teks)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154680" y="2304288"/>
            <a:ext cx="10058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343400" y="1737360"/>
            <a:ext cx="2651760" cy="1143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67E8F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Logic C#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(variable, operator, if)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178040" y="2304288"/>
            <a:ext cx="10058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366760" y="1737360"/>
            <a:ext cx="2651760" cy="1143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Desktop App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(form &amp; button)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Kenapa masih console?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Karena sebelum membuat tombol dan form, siswa perlu paham cara data diproses oleh kode.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4023360"/>
            <a:ext cx="3474720" cy="102412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Fondasi hari ini akan dipakai saat membuat Windows Forms.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Variable = tempat menyimpan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Bayangkan variable seperti kotak penyimpanan yang diberi nama.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2377440" cy="1234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nama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"Budi"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00600" y="2148840"/>
            <a:ext cx="2377440" cy="1234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ACC1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umur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03920" y="2148840"/>
            <a:ext cx="237744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kelas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"X RPL"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4315968"/>
            <a:ext cx="1019556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nama = "Budi";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umur = 16;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kelas = "X RPL";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5806440"/>
            <a:ext cx="1019556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Intinya: data disimpan dulu, baru nanti bisa dipakai lagi oleh program.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Dua tipe data pertama: string dan 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4892040" cy="1463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string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Untuk teks / tulisan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Contoh: "Anggi", "X RPL"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4892040" cy="1463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ACC1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int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Untuk angka bulat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Contoh: 10, 16, 100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489204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nama = "Sinta";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jurusan = "RPL";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0" y="3429000"/>
            <a:ext cx="489204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umur = 16;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jumlahSiswa = 32;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88720" y="5257800"/>
            <a:ext cx="9784080" cy="56692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Tips mengajar: jangan bahas semua tipe data sekaligus. Mulai dari teks dan angka bulat dulu.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Tipe data tambahan yang sering dipakai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2286000" cy="2011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string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teks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"Halo"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66160" y="1508760"/>
            <a:ext cx="2286000" cy="2011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int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angka bulat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17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2286000" cy="2011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double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angka desimal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85.5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0" y="1508760"/>
            <a:ext cx="2286000" cy="2011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bool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benar/salah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true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4160520"/>
            <a:ext cx="1005840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nama = "Alya";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umur = 15;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nilai = 88.5;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lulus = true;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Aturan sederhana memberi nama variable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</a:rPr>
              <a:t>Nama variable sebaiknya mudah dibaca dan menjelaskan isi datanya.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4846320" cy="23774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Kurang jelas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x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data1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nama siswa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920240"/>
            <a:ext cx="4846320" cy="2377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Lebih jelas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namaSiswa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umurSiswa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jumlahNilai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rataRata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074920"/>
            <a:ext cx="10332720" cy="640080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Biasakan camelCase: namaSiswa, totalHarga, jumlahBarang.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Nilai variable bisa berubah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50749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skor = 0;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Console.WriteLine(skor);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skor = 10;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Console.WriteLine(skor);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1600200"/>
            <a:ext cx="4251960" cy="9144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skor = 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0" y="2651760"/>
            <a:ext cx="0" cy="5943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583680" y="3456432"/>
            <a:ext cx="425196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ACC1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skor = 10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5166360"/>
            <a:ext cx="10424160" cy="640080"/>
          </a:xfrm>
          <a:prstGeom prst="roundRect">
            <a:avLst/>
          </a:prstGeom>
          <a:solidFill>
            <a:srgbClr val="FDE68A"/>
          </a:solidFill>
          <a:ln>
            <a:solidFill>
              <a:srgbClr val="FDE68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Tanda = di programming bukan “sama dengan”, tetapi “mengisi nilai ke variable”.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Input dari user dengan Console.ReadLine()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274320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Program bertanya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794760" y="1938528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617720" y="1417320"/>
            <a:ext cx="2743200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ACC1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User mengetik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543800" y="1938528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366760" y="1417320"/>
            <a:ext cx="274320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Data disimpan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996696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Console.Write("Masukkan nama: ");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nama = Console.ReadLine();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Console.WriteLine($"Halo {nama}");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5257800"/>
            <a:ext cx="9966960" cy="59436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Console.ReadLine() selalu membaca input sebagai teks.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Kalau input berupa angka, perlu dikonversi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</a:rPr>
              <a:t>Masalah umum: angka dari keyboard awalnya dianggap teks.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516636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Console.Write("Umur: ");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inputUmur = Console.ReadLine();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 masih teks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1828800"/>
            <a:ext cx="489204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Console.Write("Umur: ");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umur = int.Parse(Console.ReadLine());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Console.WriteLine(umur + 1);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572000"/>
            <a:ext cx="10469880" cy="86868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Untuk pemula cukup pakai int.Parse dulu. Nanti setelah terbiasa, baru kenalkan TryParse agar program lebih aman dari error input.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Operator = alat untuk mengolah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1325880" cy="13258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Tambah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600200"/>
            <a:ext cx="1325880" cy="132588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-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834640" y="3127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Kurang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57800" y="1600200"/>
            <a:ext cx="1325880" cy="132588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*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074920" y="3127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Kali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0" y="1600200"/>
            <a:ext cx="1325880" cy="1325880"/>
          </a:xfrm>
          <a:prstGeom prst="roundRect">
            <a:avLst/>
          </a:prstGeom>
          <a:solidFill>
            <a:srgbClr val="FACC15"/>
          </a:solidFill>
          <a:ln w="12700">
            <a:solidFill>
              <a:srgbClr val="FACC1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</a:rPr>
              <a:t>/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315200" y="3127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Bagi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38360" y="1600200"/>
            <a:ext cx="1325880" cy="1325880"/>
          </a:xfrm>
          <a:prstGeom prst="round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555480" y="3127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Sisa bagi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023360"/>
            <a:ext cx="996696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10;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3;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Console.WriteLine(a + b); // 13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5532120"/>
            <a:ext cx="9966960" cy="47548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Operator dipakai untuk membuat program yang bisa menghitung, membandingkan, dan mengambil keputusan.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Operator modulo (%) = sisa bagi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475569"/>
                </a:solidFill>
              </a:rPr>
              <a:t>Modulo sering membingungkan, jadi jelaskan sebagai “sisa setelah dibagi”.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2971800" cy="1417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10 / 3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hasil bagi = 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1874520"/>
            <a:ext cx="2971800" cy="1417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ACC1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10 % 3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sisa = 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38160" y="1874520"/>
            <a:ext cx="2971800" cy="1417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8 % 2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sisa = 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069080"/>
            <a:ext cx="1010412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Console.WriteLine(10 % 3); // 1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Console.WriteLine(8 % 2);  // 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5486400"/>
            <a:ext cx="10104120" cy="475488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Nanti modulo bisa dipakai untuk mengecek angka genap / ganjil.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String interpolation: menyisipkan variable ke teks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516636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nama = "Dina";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umur = 16;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Console.WriteLine("Nama saya " + nama);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Console.WriteLine("Umur saya " + umur);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1417320"/>
            <a:ext cx="489204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nama = "Dina";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umur = 16;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Console.WriteLine($"Nama saya {nama}");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Console.WriteLine($"Umur saya {umur}");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5740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Cara lama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0956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Cara lebih rapi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5074920"/>
            <a:ext cx="10149840" cy="64008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Gunakan tanda $ sebelum teks, lalu variable dimasukkan dengan {namaVariable}.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Live Coding 1: umur tahun depan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</a:rPr>
              <a:t>Tujuan: menerima nama dan umur, lalu menampilkan umur tahun depan.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10561320" cy="3090672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Console.Write("Nama: ");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nama = Console.ReadLine();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Console.Write("Umur sekarang: ");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umur = int.Parse(Console.ReadLine());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umurTahunDepan = umur + 1;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Console.WriteLine($"Halo {nama}");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Console.WriteLine($"Tahun depan umur kamu {umurTahunDepan}");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5349240"/>
            <a:ext cx="10561320" cy="65836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Konsep yang muncul: input → variable → operator + → output.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Live Coding 2: kalkulator sederhana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475569"/>
                </a:solidFill>
              </a:rPr>
              <a:t>Versi awal: siswa memasukkan dua angka, program menghitung semua operasi dasar.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1056132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Console.Write("Angka pertama: ");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angka1 = int.Parse(Console.ReadLine());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Console.Write("Angka kedua: ");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angka2 = int.Parse(Console.ReadLine());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Console.WriteLine($"Tambah : {angka1 + angka2}");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Console.WriteLine($"Kurang : {angka1 - angka2}");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Console.WriteLine($"Kali   : {angka1 * angka2}");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Console.WriteLine($"Bagi   : {angka1 / angka2}");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5806440"/>
            <a:ext cx="10561320" cy="43891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Catatan: pembagian int menghasilkan angka bulat. Desimal bisa dibahas saat siswa sudah siap.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Mini Task 1: profil siswa + umur tahun depan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3154680" cy="960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Input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26280" y="1417320"/>
            <a:ext cx="315468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ACC1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Process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83880" y="1417320"/>
            <a:ext cx="3154680" cy="960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Output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26700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Nama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Kelas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Umur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28163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</a:rPr>
              <a:t>umur + 1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39912" y="270662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75569"/>
                </a:solidFill>
              </a:rPr>
              <a:t>Biodata siswa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475569"/>
                </a:solidFill>
              </a:rPr>
              <a:t>Umur tahun depan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68680" y="4206240"/>
            <a:ext cx="104698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Requirement: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1. Program meminta nama, kelas, dan umur.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2. Program menghitung umur tahun depan.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3. Program menampilkan hasil dengan format rapi.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Mini Task 2: kalkulator dua angka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</a:rPr>
              <a:t>Buat program kalkulator sederhana dengan dua input angka.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5029200" cy="2560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</a:rPr>
              <a:t>Wajib ada</a:t>
            </a:r>
            <a:endParaRPr lang="en-US" sz="1750" dirty="0"/>
          </a:p>
          <a:p>
            <a:pPr algn="ctr" indent="0" marL="0">
              <a:buNone/>
            </a:pP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</a:rPr>
              <a:t>Input angka pertama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</a:rPr>
              <a:t>Input angka kedua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</a:rPr>
              <a:t>Tambah, kurang, kali, bagi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</a:rPr>
              <a:t>Output jelas dan rapi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5029200" cy="2560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</a:rPr>
              <a:t>Bonus</a:t>
            </a:r>
            <a:endParaRPr lang="en-US" sz="1750" dirty="0"/>
          </a:p>
          <a:p>
            <a:pPr algn="ctr" indent="0" marL="0">
              <a:buNone/>
            </a:pP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</a:rPr>
              <a:t>Tambahkan sisa bagi (%)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</a:rPr>
              <a:t>Tambahkan judul program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0F172A"/>
                </a:solidFill>
              </a:rPr>
              <a:t>Rapikan tampilan output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05840" y="5166360"/>
            <a:ext cx="10241280" cy="62179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Durasi pengerjaan: 15–20 menit. Fokus utama bukan sempurna, tetapi paham input → hitung → output.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Eskul IT Software • C# Dasar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Review cepat sebelum pulang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2560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Day 2 • 2 Jam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10287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1. Apa fungsi variable?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167128"/>
            <a:ext cx="10287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2. Apa bedanya string dan int?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916936"/>
            <a:ext cx="10287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3. Kenapa input angka perlu int.Parse?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66744"/>
            <a:ext cx="10287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4. Operator apa yang dipakai untuk perkalian?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416552"/>
            <a:ext cx="10287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5. Apa arti operator %?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623560"/>
            <a:ext cx="10287000" cy="566928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Next Day: if, else, dan decision making — program mulai bisa memilih tindakan.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29284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Koda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Eskul IT Software Day 2 - C# Variable, Data Type &amp; Operator</dc:title>
  <dc:subject>Eskul IT Software Day 2 - C# Dasar</dc:subject>
  <dc:creator>OpenAI</dc:creator>
  <cp:lastModifiedBy>OpenAI</cp:lastModifiedBy>
  <cp:revision>1</cp:revision>
  <dcterms:created xsi:type="dcterms:W3CDTF">2026-08-22T06:27:17Z</dcterms:created>
  <dcterms:modified xsi:type="dcterms:W3CDTF">2026-08-22T06:27:17Z</dcterms:modified>
</cp:coreProperties>
</file>