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27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rop_class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68680"/>
            <a:ext cx="521208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58368"/>
            <a:ext cx="233172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Kelas X SMK RPL • 2 Jam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1508760"/>
            <a:ext cx="46634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Eskul IT Software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713232" y="2962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</a:rPr>
              <a:t>Pengenalan Programming, C# Dasar, dan Visual Studio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Kenapa belajar programming?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Mulai dari cara berpikir: komputer hanya mengikuti instruksi.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crop_reci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507492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Programming itu seperti memberi resep ke komputer.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49808" y="2743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Komputer tidak “tahu sendiri”.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Kita menulis langkah-langkahnya.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Program berjalan sesuai urutan instruksi.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4389120"/>
            <a:ext cx="4389120" cy="1143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1. Minta nama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2. Simpan nama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3. Tampilkan halo + nama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belajar Day 1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Fondasi dulu, baru nanti masuk aplikasi desktop.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5179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Paham apa itu programming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Instruksi untuk komputer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322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Kenal C#, .NET, Visual Studio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Bahasa, platform, dan alat kerja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18104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127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Membuat project pertama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447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Console App sederhana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922776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Output, variable, dan input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2519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Data → proses → hasil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727448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736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Mini Biodata App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05663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Latihan kecil yang langsung jalan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1600200"/>
            <a:ext cx="4389120" cy="1828800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Catatan pengajar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Jangan langsung terlalu dalam ke Windows Forms. Anak perlu mengerti dulu bahwa aplikasi dibuat dari instruksi dan logika.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3794760"/>
            <a:ext cx="4389120" cy="1371600"/>
          </a:xfrm>
          <a:prstGeom prst="rect">
            <a:avLst/>
          </a:prstGeom>
          <a:solidFill>
            <a:srgbClr val="F0FDF4"/>
          </a:solidFill>
          <a:ln>
            <a:solidFill>
              <a:srgbClr val="BBF7D0">
                <a:alpha val="65000"/>
              </a:srgbClr>
            </a:solidFill>
          </a:ln>
        </p:spPr>
        <p:txBody>
          <a:bodyPr wrap="square" lIns="2794" tIns="2794" rIns="2794" bIns="2794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Hasil akhir hari ini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Peserta berhasil menjalankan program C# pertama dan membuat Biodata App berbasis console.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kelas 2 jam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Supaya waktu instalasi tetap produktif dan praktik tetap cukup.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00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00:00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Opening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383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Apa itu programming?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89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2402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00:10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Instalasi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9385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Visual Studio Community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886200" y="1828800"/>
            <a:ext cx="50292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404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</a:rPr>
              <a:t>00:35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Kenalan IDE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5387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Project &amp; Program.cs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486400" y="1828800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406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00:45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Coding 1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389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Output dan urutan program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7086600" y="1828800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895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0408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01:05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305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Input &amp; Variable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7391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Data dari user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686800" y="1828800"/>
            <a:ext cx="502920" cy="502920"/>
          </a:xfrm>
          <a:prstGeom prst="rect">
            <a:avLst/>
          </a:prstGeom>
          <a:solidFill>
            <a:srgbClr val="60A5FA"/>
          </a:solidFill>
          <a:ln>
            <a:solidFill>
              <a:srgbClr val="60A5F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89720" y="208483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6410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</a:rPr>
              <a:t>01:25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307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Mini Task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3393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Biodata Siswa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10287000" y="1828800"/>
            <a:ext cx="502920" cy="502920"/>
          </a:xfrm>
          <a:prstGeom prst="rect">
            <a:avLst/>
          </a:prstGeom>
          <a:solidFill>
            <a:srgbClr val="0F172A"/>
          </a:solidFill>
          <a:ln>
            <a:solidFill>
              <a:srgbClr val="0F172A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41280" y="2523744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01:45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30968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</a:rPr>
              <a:t>Preview Desktop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939528" y="32186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4748B"/>
                </a:solidFill>
              </a:rPr>
              <a:t>Windows Forms teaser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2423160" y="4892040"/>
            <a:ext cx="73152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BEAFE">
                <a:alpha val="65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172A"/>
                </a:solidFill>
              </a:rPr>
              <a:t>Prinsipnya: teori singkat → lihat contoh → ikut coding → latihan kecil.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yang dipakai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Jangan terlalu teknis dulu, cukup pahami fungsi masing-masing.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crop_de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97280"/>
            <a:ext cx="51206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54480"/>
            <a:ext cx="1280160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C#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286000" y="157276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Bahasa yang kita gunakan untuk memberi instruksi ke komputer.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79192"/>
            <a:ext cx="1280160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.NET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86000" y="26974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Platform yang membantu menjalankan aplikasi C#.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803904"/>
            <a:ext cx="1280160" cy="54864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Visual Studio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286000" y="382219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Tempat menulis kode, membuat project, dan menjalankan program.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5074920"/>
            <a:ext cx="4846320" cy="822960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Analogi singkat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C# = bahasa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Visual Studio = meja kerja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0F172A"/>
                </a:solidFill>
              </a:rPr>
              <a:t>.NET = mesin bantu menjalankan program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Instalasi Visual Studio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Bagian penting: pilih workload yang sesuai untuk desktop app.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</a:rPr>
              <a:t>Visual Studio Community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</a:rPr>
              <a:t>Pilih workload: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480560" cy="658368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</a:rPr>
              <a:t>.NET desktop development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r>
              <a:rPr lang="en-US" sz="1800" dirty="0">
                <a:solidFill>
                  <a:srgbClr val="0F172A"/>
                </a:solidFill>
              </a:rPr>
              <a:t>Nanti bisa membuat window aplikasi.
</a:t>
            </a:r>
            <a:r>
              <a:rPr lang="en-US" sz="1800" b="1" dirty="0">
                <a:solidFill>
                  <a:srgbClr val="2563EB"/>
                </a:solidFill>
              </a:rPr>
              <a:t>• </a:t>
            </a:r>
            <a:r>
              <a:rPr lang="en-US" sz="1800" dirty="0">
                <a:solidFill>
                  <a:srgbClr val="0F172A"/>
                </a:solidFill>
              </a:rPr>
              <a:t>Bisa memakai Form, Label, TextBox, dan Button.
</a:t>
            </a:r>
            <a:r>
              <a:rPr lang="en-US" sz="1800" b="1" dirty="0">
                <a:solidFill>
                  <a:srgbClr val="2563EB"/>
                </a:solidFill>
              </a:rPr>
              <a:t>• </a:t>
            </a:r>
            <a:r>
              <a:rPr lang="en-US" sz="1800" dirty="0">
                <a:solidFill>
                  <a:srgbClr val="0F172A"/>
                </a:solidFill>
              </a:rPr>
              <a:t>Cocok untuk aplikasi kasir, absensi, dan data siswa.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16093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Download Visual Studio Community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67128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Buka Visual Studio Installer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825496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Centang .NET desktop development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483864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3584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Klik Install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4142232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4242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Restart bila diminta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pertama: Console App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Untuk pemula, console paling pas untuk memahami logika dasar.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2062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BEAFE">
                <a:alpha val="65000"/>
              </a:srgbClr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</a:rPr>
              <a:t>Create a new project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</a:rPr>
              <a:t>→ Console App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</a:rPr>
              <a:t>→ C#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</a:rPr>
              <a:t>→ Name: BelajarCSharp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4652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Struktur awal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103120"/>
            <a:ext cx="4114800" cy="123444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BelajarCSharp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Program.cs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3886200"/>
            <a:ext cx="4114800" cy="594360"/>
          </a:xfrm>
          <a:prstGeom prst="rect">
            <a:avLst/>
          </a:prstGeom>
          <a:solidFill>
            <a:srgbClr val="F0FDF4"/>
          </a:solidFill>
          <a:ln>
            <a:solidFill>
              <a:srgbClr val="BBF7D0">
                <a:alpha val="6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</a:rPr>
              <a:t>Fokus hari ini: cukup bekerja di Program.cs.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206240" cy="868680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Kenapa console dulu?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Karena siswa melihat hubungan langsung antara kode dan hasil.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Coding pertama: output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Kenalkan kode paling sederhana yang langsung terlihat hasilnya.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Kode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92040" cy="109728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Console.WriteLine("Hello World");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Console.WriteLine("Saya sedang belajar C#");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4343400" cy="109728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Hello World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Saya sedang belajar C#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Poin utama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`Console.WriteLine()` digunakan untuk menampilkan teks.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Setiap baris kode bisa menghasilkan output.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Mereka mulai sadar: kode bisa “berbicara”.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berjalan dari atas ke bawah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Konsep sederhana ini penting sebelum masuk logika yang lebih rumit.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1481328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Console.WriteLine("Pertama");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Console.WriteLine("Kedua");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Console.WriteLine("Ketiga");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46520" y="1600200"/>
            <a:ext cx="4114800" cy="1481328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Pertama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Kedua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Ketiga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3840480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396849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Baris pertama dijalankan dulu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4343400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44714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Lanjut ke baris kedua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74520" y="4846320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49743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Terakhir baris ketiga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3913632"/>
            <a:ext cx="3063240" cy="1097280"/>
          </a:xfrm>
          <a:prstGeom prst="rect">
            <a:avLst/>
          </a:prstGeom>
          <a:solidFill>
            <a:srgbClr val="FFFBEB"/>
          </a:solidFill>
          <a:ln>
            <a:solidFill>
              <a:srgbClr val="FDE68A">
                <a:alpha val="65000"/>
              </a:srgbClr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Kalimat pengajar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0F172A"/>
                </a:solidFill>
              </a:rPr>
              <a:t>“Komputer tidak lompat-lompat sendiri. Ia membaca instruksi kita secara berurutan.”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Variable: tempat menyimpan data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Untuk Day 1 cukup pakai string dan int.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Variable = kotak penyimpanan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965960" cy="1005840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nama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“Budi”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29000" y="2331720"/>
            <a:ext cx="1965960" cy="1005840"/>
          </a:xfrm>
          <a:prstGeom prst="rect">
            <a:avLst/>
          </a:prstGeom>
          <a:solidFill>
            <a:srgbClr val="F0FDF4"/>
          </a:solidFill>
          <a:ln>
            <a:solidFill>
              <a:srgbClr val="BBF7D0">
                <a:alpha val="65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umur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16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1463040"/>
            <a:ext cx="4754880" cy="24231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nama = "Budi";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umur = 16;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Console.WriteLine($"Halo, nama saya {nama}");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Console.WriteLine($"Umur saya {umur} tahun");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43891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BEAFE">
                <a:alpha val="6500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0F172A"/>
                </a:solidFill>
              </a:rPr>
              <a:t>Cukup dua tipe data dulu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F172A"/>
                </a:solidFill>
              </a:rPr>
              <a:t>string → tulisan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F172A"/>
                </a:solidFill>
              </a:rPr>
              <a:t>int → angka bulat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&amp; output: program mulai interaktif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Peserta mengetik, program merespons.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212080" cy="1600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Console.Write("Masukkan nama kamu: 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nama = Console.ReadLine();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Console.WriteLine($"Halo {nama}!");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80744" y="4315968"/>
            <a:ext cx="19202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" y="4736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</a:rPr>
              <a:t>Program meminta nama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11880" y="4069080"/>
            <a:ext cx="502920" cy="502920"/>
          </a:xfrm>
          <a:prstGeom prst="rect">
            <a:avLst/>
          </a:prstGeom>
          <a:solidFill>
            <a:srgbClr val="06B6D4"/>
          </a:solidFill>
          <a:ln>
            <a:solidFill>
              <a:srgbClr val="06B6D4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23944" y="4315968"/>
            <a:ext cx="19202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74720" y="4736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</a:rPr>
              <a:t>User mengetik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55080" y="4069080"/>
            <a:ext cx="50292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67144" y="4315968"/>
            <a:ext cx="19202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17920" y="4736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</a:rPr>
              <a:t>Data disimpan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98280" y="4069080"/>
            <a:ext cx="502920" cy="502920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61120" y="4736592"/>
            <a:ext cx="1005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</a:rPr>
              <a:t>Hasil ditampilkan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0" y="1737360"/>
            <a:ext cx="4297680" cy="987552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0F172A"/>
                </a:solidFill>
              </a:rPr>
              <a:t>Jelaskan dengan sederhana: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F172A"/>
                </a:solidFill>
              </a:rPr>
              <a:t>ReadLine = membaca teks yang diketik user.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Task: Biodata Siswa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Latihan 15–20 menit yang langsung sesuai level pemula.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029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BEAFE">
                <a:alpha val="65000"/>
              </a:srgbClr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Instruksi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F172A"/>
                </a:solidFill>
              </a:rPr>
              <a:t>Buat program yang meminta: nama, kelas, jurusan, dan hobi. Lalu tampilkan kembali dalam format biodata.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5029200" cy="21945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Console.Write("Nama: 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nama = Console.ReadLine();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Console.Write("Kelas: 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string kelas = Console.ReadLine();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Console.WriteLine("===== BIODATA SISWA =====");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Console.WriteLine($"Nama  : {nama}");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Console.WriteLine($"Kelas : {kelas}");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4652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Expected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46520" y="1938528"/>
            <a:ext cx="4480560" cy="141732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===== BIODATA SISWA =====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Nama    : Andi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Kelas   : X RPL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Jurusan : RPL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Hobi    : Bermain Game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3767328"/>
            <a:ext cx="4480560" cy="1389888"/>
          </a:xfrm>
          <a:prstGeom prst="rect">
            <a:avLst/>
          </a:prstGeom>
          <a:solidFill>
            <a:srgbClr val="F0FDF4"/>
          </a:solidFill>
          <a:ln>
            <a:solidFill>
              <a:srgbClr val="BBF7D0">
                <a:alpha val="65000"/>
              </a:srgbClr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Konsep yang dipakai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Console.Write()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Console.WriteLine()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Console.ReadLine()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string dan variable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Preview: nanti masuk aplikasi desktop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Akhir Day 1 cukup teaser agar peserta termotivasi.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crop_desk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2578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08760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BEAFE">
                <a:alpha val="6500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Windows Forms App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Form = jendela aplikasi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Label = tulisan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TextBox = kotak input
</a:t>
            </a:r>
            <a:r>
              <a:rPr lang="en-US" sz="1900" b="1" dirty="0">
                <a:solidFill>
                  <a:srgbClr val="2563EB"/>
                </a:solidFill>
              </a:rPr>
              <a:t>• </a:t>
            </a:r>
            <a:r>
              <a:rPr lang="en-US" sz="1900" dirty="0">
                <a:solidFill>
                  <a:srgbClr val="0F172A"/>
                </a:solidFill>
              </a:rPr>
              <a:t>Button = tombol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526280"/>
            <a:ext cx="4754880" cy="59436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lblHasil.Text = $"Halo {txtNama.Text}";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77824" y="5394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Pesan penting: aplikasi desktop tetap membutuhkan C# dan logika.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Penutup &amp; arah pertemuan berikutnya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Day 1 selesai ketika peserta berhasil menjalankan program sendiri.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25296"/>
            <a:ext cx="10515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Hari ini peserta sudah: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• </a:t>
            </a:r>
            <a:r>
              <a:rPr lang="en-US" sz="2000" dirty="0">
                <a:solidFill>
                  <a:srgbClr val="0F172A"/>
                </a:solidFill>
              </a:rPr>
              <a:t>Memahami programming sebagai instruksi.
</a:t>
            </a:r>
            <a:r>
              <a:rPr lang="en-US" sz="2000" b="1" dirty="0">
                <a:solidFill>
                  <a:srgbClr val="2563EB"/>
                </a:solidFill>
              </a:rPr>
              <a:t>• </a:t>
            </a:r>
            <a:r>
              <a:rPr lang="en-US" sz="2000" dirty="0">
                <a:solidFill>
                  <a:srgbClr val="0F172A"/>
                </a:solidFill>
              </a:rPr>
              <a:t>Mengenal C#, .NET, dan Visual Studio.
</a:t>
            </a:r>
            <a:r>
              <a:rPr lang="en-US" sz="2000" b="1" dirty="0">
                <a:solidFill>
                  <a:srgbClr val="2563EB"/>
                </a:solidFill>
              </a:rPr>
              <a:t>• </a:t>
            </a:r>
            <a:r>
              <a:rPr lang="en-US" sz="2000" dirty="0">
                <a:solidFill>
                  <a:srgbClr val="0F172A"/>
                </a:solidFill>
              </a:rPr>
              <a:t>Menjalankan Console App pertama.
</a:t>
            </a:r>
            <a:r>
              <a:rPr lang="en-US" sz="2000" b="1" dirty="0">
                <a:solidFill>
                  <a:srgbClr val="2563EB"/>
                </a:solidFill>
              </a:rPr>
              <a:t>• </a:t>
            </a:r>
            <a:r>
              <a:rPr lang="en-US" sz="2000" dirty="0">
                <a:solidFill>
                  <a:srgbClr val="0F172A"/>
                </a:solidFill>
              </a:rPr>
              <a:t>Membuat program input-output Biodata Siswa.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4206240" cy="1097280"/>
          </a:xfrm>
          <a:prstGeom prst="rect">
            <a:avLst/>
          </a:prstGeom>
          <a:solidFill>
            <a:srgbClr val="EFF6FF"/>
          </a:solidFill>
          <a:ln>
            <a:solidFill>
              <a:srgbClr val="BFDBFE">
                <a:alpha val="65000"/>
              </a:srgbClr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</a:rPr>
              <a:t>Next Day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</a:rPr>
              <a:t>Variable lebih rapi, operator, dan kalkulator sederhana.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92240" y="3337560"/>
            <a:ext cx="4206240" cy="1143000"/>
          </a:xfrm>
          <a:prstGeom prst="rect">
            <a:avLst/>
          </a:prstGeom>
          <a:solidFill>
            <a:srgbClr val="FFFBEB"/>
          </a:solidFill>
          <a:ln>
            <a:solidFill>
              <a:srgbClr val="FDE68A">
                <a:alpha val="65000"/>
              </a:srgbClr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Kalimat closing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0F172A"/>
                </a:solidFill>
              </a:rPr>
              <a:t>“Yang penting hari ini bukan hafal kodenya, tapi paham bahwa program adalah langkah-langkah yang kita susun.”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80560" y="5486400"/>
            <a:ext cx="3017520" cy="347472"/>
          </a:xfrm>
          <a:prstGeom prst="rect">
            <a:avLst/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selesai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Eskul IT Software • Day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384280" y="6428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AA1B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1145</Words>
  <Application>Microsoft Office PowerPoint</Application>
  <PresentationFormat>Widescreen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Koda / SMK RPL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Eskul IT Software Day 1</dc:title>
  <dc:subject>Eskul IT Software Day 1 - Programming &amp; C# Dasar</dc:subject>
  <dc:creator>OpenAI</dc:creator>
  <cp:lastModifiedBy>User01</cp:lastModifiedBy>
  <cp:revision>2</cp:revision>
  <dcterms:created xsi:type="dcterms:W3CDTF">2026-08-15T03:01:29Z</dcterms:created>
  <dcterms:modified xsi:type="dcterms:W3CDTF">2026-08-15T08:16:29Z</dcterms:modified>
</cp:coreProperties>
</file>